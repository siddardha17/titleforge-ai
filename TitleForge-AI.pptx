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8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274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TitleForge-AI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Title Generation with Fine-Tuned LLMs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0292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· Fine-Tuning · LLM · NLP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</a:rPr>
              <a:t>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of Title Generation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0972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4114800" cy="1554480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64008" cy="1554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002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92024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titles manually is time-consuming and requires creative expertise.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508760"/>
            <a:ext cx="4114800" cy="1554480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508760"/>
            <a:ext cx="64008" cy="1554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6002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10912" y="192024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Human-generated titles lack consistent style and tone across large datasets.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114800" cy="1554480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00400"/>
            <a:ext cx="64008" cy="1554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2918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361188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 cannot scale for large document or article repositories.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200400"/>
            <a:ext cx="4114800" cy="1554480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00400"/>
            <a:ext cx="64008" cy="1554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32918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10912" y="361188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models often miss domain-specific nuance and context.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</a:rPr>
              <a:t>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TitleForge-AI — Our Solution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0972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TitleForge-AI is a fine-tuned language model pipeline that generates high-quality, context-aware titles automatically from input content. Built on top of TinyLlama, it is trained on curated datasets and deployed via a lightweight web interface.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651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Domain-Aware   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curated domain datasets for precise results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26060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651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 Inference  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9718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with GGUF export for rapid local inference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840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Web Interface  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HTML/JS frontend for instant interaction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7947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3840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📓 Reproducible   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41605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 for easy cloud-based training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0972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8229600" cy="731520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73152" cy="7315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 ·  script.js  ·  styles.css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50008"/>
            <a:ext cx="8229600" cy="731520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50008"/>
            <a:ext cx="73152" cy="7315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414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App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7157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main.py  ·  model.py  ·  schemas.py  ·  utils.py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91256"/>
            <a:ext cx="8229600" cy="731520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91256"/>
            <a:ext cx="73152" cy="7315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826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5570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 Fine-Tuned  ·  GGUF Export  ·  Ollama Serving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32504"/>
            <a:ext cx="8229600" cy="731520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032504"/>
            <a:ext cx="73152" cy="7315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123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3982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sample_dataset.csv  ·  train / val / test  JSONL  ·  test_ground_truth.json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Each layer communicates via clean interfaces for modularity and scalability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</a:rPr>
              <a:t>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0972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1600200"/>
            <a:ext cx="640080" cy="640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sample_dataset.csv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articles &amp; titles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95728" y="2487168"/>
            <a:ext cx="201168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55448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600200"/>
            <a:ext cx="640080" cy="640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0604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prepare_data.py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26974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formatting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prompt construction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44568" y="2487168"/>
            <a:ext cx="201168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55448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94960" y="1600200"/>
            <a:ext cx="640080" cy="640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488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6974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train.jsonl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val.jsonl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test.jsonl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93408" y="2487168"/>
            <a:ext cx="201168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155448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43800" y="1600200"/>
            <a:ext cx="640080" cy="640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372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03720" y="26974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test_ground_truth.json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ROUGE / BLEU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stored under /data/processed/ for clean separation from application code.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</a:rPr>
              <a:t>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the Model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0972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5029200" cy="566928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64008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Model: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 — compact yet capable causal LM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67128"/>
            <a:ext cx="5029200" cy="566928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67128"/>
            <a:ext cx="64008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128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2128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Fine-Tuning (SFT) with LoRA adapters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25496"/>
            <a:ext cx="5029200" cy="566928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25496"/>
            <a:ext cx="64008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712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28712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training/finetune.py — full training loop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83864"/>
            <a:ext cx="5029200" cy="566928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83864"/>
            <a:ext cx="64008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5295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35295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Transformers + PEFT library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142232"/>
            <a:ext cx="5029200" cy="566928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42232"/>
            <a:ext cx="64008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187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28800" y="4187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GPU via TitleForge_Colab.ipynb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60720" y="1417320"/>
            <a:ext cx="2926080" cy="3474720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Highlights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52160" y="1965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LoRA reduces trainable parameters significantly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52160" y="24963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Colab notebook for one-click training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52160" y="302666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Checkpoints saved for evaluation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852160" y="355701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evaluate.py for ROUGE/BLEU scoring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852160" y="40873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Modular — swap base model easily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</a:rPr>
              <a:t>DEPLOYMENT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Export &amp; Deployment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0972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6184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GGUF Conversion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1031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export_to_gguf.sh converts the fine-tuned model to GGUF format for efficient CPU/GPU inference.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50876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0" y="16184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Modelfile Config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56048" y="21031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Modelfile and Modelfile.tinyllama define Ollama model parameters, context length, and system prompts.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3101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Import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7947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import_to_ollama.ps1 registers the model with Ollama for local serving on Windows/Linux machines.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20040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0" y="33101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Serving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56048" y="37947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packages the full stack for reproducible container deployments across environments.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</a:rPr>
              <a:t>BACKEND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Backend (FastAPI)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0972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/app directory houses a clean, modular FastAPI backend: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18288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entry point — defines API routes and request handling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94560" y="1892808"/>
            <a:ext cx="18288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04872"/>
            <a:ext cx="8229600" cy="548640"/>
          </a:xfrm>
          <a:prstGeom prst="rect">
            <a:avLst/>
          </a:prstGeom>
          <a:solidFill>
            <a:srgbClr val="0F1E3C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50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2450592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loading and inference logic — interfaces with Ollama/GGUF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94560" y="2514600"/>
            <a:ext cx="18288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26664"/>
            <a:ext cx="8229600" cy="548640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723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schemas.py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3072384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schemas — request/response validation and type safety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94560" y="3136392"/>
            <a:ext cx="18288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648456"/>
            <a:ext cx="8229600" cy="548640"/>
          </a:xfrm>
          <a:prstGeom prst="rect">
            <a:avLst/>
          </a:prstGeom>
          <a:solidFill>
            <a:srgbClr val="0F1E3C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6941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7440" y="3694176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utilities — pre/post-processing, text cleaning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94560" y="3758184"/>
            <a:ext cx="18288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70248"/>
            <a:ext cx="8229600" cy="548640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3159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__init__.py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77440" y="43159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initializer for clean module imports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94560" y="4379976"/>
            <a:ext cx="18288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</a:rPr>
              <a:t>FRONTEND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 Interface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0972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dependency-free HTML/CSS/JS frontend lets users interact with TitleForge-AI directly from the browser.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2651760" cy="5486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index.html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74320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entry page — clean input form for pasting content and displaying the generated title.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1031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2103120"/>
            <a:ext cx="2651760" cy="5486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script.js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274320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async fetch calls to the FastAPI backend and dynamically updates the result section.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21031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2103120"/>
            <a:ext cx="2651760" cy="5486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styles.css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274320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modern styling with support for dark/light themes and mobile-first layout.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</a:rPr>
              <a:t>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Strategy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0972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5120640" cy="566928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72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48840" y="15727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training/evaluate.py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5120640" cy="566928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311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22311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test_ground_truth.json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25496"/>
            <a:ext cx="5120640" cy="566928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895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48840" y="2889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test.jsonl — held-out samples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83864"/>
            <a:ext cx="5120640" cy="566928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478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48840" y="35478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ROUGE-1, ROUGE-2, ROUGE-L, BLEU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42232"/>
            <a:ext cx="5120640" cy="566928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2062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48840" y="42062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reports + per-sample comparison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1417320"/>
            <a:ext cx="2834640" cy="3566160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Metrics?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196596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ROUGE measures n-gram overlap between generated and reference titles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271576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BLEU evaluates precision of generated tokens against the ground truth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3465576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Together they capture both recall and precision of title quality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4215384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Per-sample analysis identifies failure cases for targeted improvement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</a:rPr>
              <a:t>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Highlights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0972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LLM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fine-tuning on TinyLlama for precise, contextual title generation.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46120" y="2057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GGUF Export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377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model export for fast CPU/GPU inference with zero cloud dependency.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🐳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26480" y="2057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Ready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377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containerization for reproducible environments across any machine.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6576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Evaluation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ROUGE/BLEU scoring against gold-standard test ground truth.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32461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4612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24612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37560" y="4114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browser-based demo without any frontend framework overhead.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2461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📓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12648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4114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cloud training with TitleForge_Colab.ipynb on Google Colab.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</a:rPr>
              <a:t>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Enhancements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0972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8229600" cy="566928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64008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Base Models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16184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Llama-3, Mistral-7B for higher quality generation.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67128"/>
            <a:ext cx="8229600" cy="566928"/>
          </a:xfrm>
          <a:prstGeom prst="rect">
            <a:avLst/>
          </a:prstGeom>
          <a:solidFill>
            <a:srgbClr val="0F1E3C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67128"/>
            <a:ext cx="64008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042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22585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Support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227685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training data to cover news, academic, legal and technical domains.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25496"/>
            <a:ext cx="8229600" cy="566928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25496"/>
            <a:ext cx="64008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626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29169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Integration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0" y="293522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retrieval-augmented generation for more factually grounded titles.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83864"/>
            <a:ext cx="8229600" cy="566928"/>
          </a:xfrm>
          <a:prstGeom prst="rect">
            <a:avLst/>
          </a:prstGeom>
          <a:solidFill>
            <a:srgbClr val="0F1E3C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483864"/>
            <a:ext cx="64008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6210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35753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&amp; CLI Tool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0" y="35935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public API and command-line interface for third-party integration.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142232"/>
            <a:ext cx="8229600" cy="566928"/>
          </a:xfrm>
          <a:prstGeom prst="rect">
            <a:avLst/>
          </a:prstGeom>
          <a:solidFill>
            <a:srgbClr val="14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142232"/>
            <a:ext cx="64008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2793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28800" y="42336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Titles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97680" y="4251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support title generation in multiple languages beyond English.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114800" cy="41148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3200400" y="2514600"/>
            <a:ext cx="27432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TitleForge-AI — Intelligent Title Generation with Fine-Tuned LLMs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3931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42793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462686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926</Words>
  <Application>Microsoft Office PowerPoint</Application>
  <PresentationFormat>On-screen Show (16:9)</PresentationFormat>
  <Paragraphs>178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TitleForge-AI</dc:title>
  <dc:subject>PptxGenJS Presentation</dc:subject>
  <dc:creator>PptxGenJS</dc:creator>
  <cp:lastModifiedBy>siddardha gorle</cp:lastModifiedBy>
  <cp:revision>3</cp:revision>
  <dcterms:created xsi:type="dcterms:W3CDTF">2026-04-29T04:33:38Z</dcterms:created>
  <dcterms:modified xsi:type="dcterms:W3CDTF">2026-04-30T11:06:18Z</dcterms:modified>
</cp:coreProperties>
</file>